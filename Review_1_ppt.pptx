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260" r:id="rId3"/>
    <p:sldId id="261" r:id="rId4"/>
    <p:sldId id="27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257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-125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#2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 custT="1"/>
      <dgm:spPr/>
      <dgm:t>
        <a:bodyPr/>
        <a:lstStyle/>
        <a:p>
          <a:pPr algn="l"/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Product training and understanding the mechanisms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custT="1"/>
      <dgm:spPr/>
      <dgm:t>
        <a:bodyPr/>
        <a:lstStyle/>
        <a:p>
          <a:pPr algn="l"/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Working domain and model design presentation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custT="1"/>
      <dgm:spPr/>
      <dgm:t>
        <a:bodyPr/>
        <a:lstStyle/>
        <a:p>
          <a:pPr algn="l"/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Progress on the working domain and technology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  <dgm:t>
        <a:bodyPr/>
        <a:lstStyle/>
        <a:p>
          <a:endParaRPr lang="en-US"/>
        </a:p>
      </dgm:t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  <dgm:t>
        <a:bodyPr/>
        <a:lstStyle/>
        <a:p>
          <a:endParaRPr lang="en-US"/>
        </a:p>
      </dgm:t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  <dgm:t>
        <a:bodyPr/>
        <a:lstStyle/>
        <a:p>
          <a:endParaRPr lang="en-US"/>
        </a:p>
      </dgm:t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8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8"/>
      </dsp:txXfrm>
    </dsp:sp>
    <dsp:sp modelId="{FC0F1314-3294-4A8C-8DCE-EB53E236164C}">
      <dsp:nvSpPr>
        <dsp:cNvPr id="0" name=""/>
        <dsp:cNvSpPr/>
      </dsp:nvSpPr>
      <dsp:spPr>
        <a:xfrm>
          <a:off x="5898557" y="811638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8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8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8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4181" y="811638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8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Product training and understanding the mechanisms</a:t>
          </a:r>
        </a:p>
      </dsp:txBody>
      <dsp:txXfrm>
        <a:off x="2225860" y="811638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pPr/>
              <a:t>14/01/2026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pPr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pPr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pPr/>
              <a:t>14-01-2026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pPr/>
              <a:t>14-01-2026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pPr/>
              <a:t>14-01-2026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pPr/>
              <a:t>14-01-2026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pPr/>
              <a:t>14-01-2026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pPr/>
              <a:t>14-01-2026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pPr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pPr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pPr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amithavij/Talentrecruit_Intership_2026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IN" sz="1700" b="1" i="0" u="none" strike="noStrike" cap="none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Taranath</a:t>
            </a:r>
            <a:r>
              <a:rPr lang="en-IN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N L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Professor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, 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 </a:t>
            </a:r>
            <a:r>
              <a:rPr lang="en-US" sz="2000" b="1" i="0" u="none" strike="noStrike" cap="none" dirty="0" err="1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CSE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2000" b="1" dirty="0">
                <a:solidFill>
                  <a:srgbClr val="0070C0"/>
                </a:solidFill>
              </a:rPr>
              <a:t>Dr. </a:t>
            </a:r>
            <a:r>
              <a:rPr lang="en-IN" sz="2000" b="1" dirty="0" err="1" smtClean="0">
                <a:solidFill>
                  <a:srgbClr val="0070C0"/>
                </a:solidFill>
              </a:rPr>
              <a:t>Asif</a:t>
            </a:r>
            <a:r>
              <a:rPr lang="en-IN" sz="2000" b="1" dirty="0" smtClean="0">
                <a:solidFill>
                  <a:srgbClr val="0070C0"/>
                </a:solidFill>
              </a:rPr>
              <a:t> Mohammed</a:t>
            </a:r>
            <a:endParaRPr lang="en-US" sz="20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</a:t>
            </a: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Dr. </a:t>
            </a:r>
            <a:r>
              <a:rPr lang="en-US" sz="2000" b="1" i="0" u="none" strike="noStrike" cap="none" dirty="0" err="1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Balakrishnan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CLIENT SUCCESS INTERN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58619771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xmlns="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xmlns="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SHAMITHA</a:t>
                      </a:r>
                      <a:r>
                        <a:rPr lang="en-US" baseline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VIJAYAKUMAR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20221CSE0280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8CSE08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Talent Recruit is an advanced Recruitment and Onboarding platform designed to simplify, automate, and enhance the entire hiring lifecycle. It leverages cutting-edge technologies such as Machine Learning and Artificial Intelligence to help organizations attract, screen, evaluate, and hire the right talent efficiently and accurately.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One of its key highlights is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ERIKA – the 24×7 Robotic Recruiter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which automates candidate engagement, interview scheduling, follow-ups, and communication, ensuring a seamless and responsive recruitment experience for both recruiters and candidates. ERIKA reduces manual effort, improves turnaround time, and enhances candidate satisfaction through continuous availability and intelligent interaction.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Talent Recruit enables recruiters to manage job postings, track applications, shortlist candidates, conduct assessments, schedule interviews, and complete onboarding processes within a single integrated platform. Its AI-driven analytics and smart recommendations help recruiters make data-driven hiring decisions, minimize bias, and improve overall hiring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D26F16-9B02-D95E-4BBD-3B665E9C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70C0"/>
                </a:solidFill>
              </a:rPr>
              <a:t>Our Clients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6450461-B418-1365-9763-60F3EE20C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14-01-2026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B696359-975F-C84B-EFA2-C1CC2406D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4</a:t>
            </a:fld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83403C6B-8DE1-3CCA-D578-3BFCC32ECC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7785" y="1390818"/>
            <a:ext cx="85640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21858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xmlns="" id="{42114C0D-E5DB-21A5-0FB4-50ABEA4614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74162"/>
            <a:ext cx="860684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Artificial Intelligence (AI) for intelligent recruitment automation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Machine Learning (ML) for resume screening and candidate ranking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Natural Language Processing (NLP) for chatbot and candidate interaction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Applicant Tracking System (ATS)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SaaS (Software as a Service) cloud-based platform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Database Management Systems for candidate and job data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REST APIs for integration with job portals and communication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Chatbot Technology (ERIKA – Robotic Recruiter)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Recruitment Analytics and Reporting Dashboards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Workflow Automation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58682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949" y="241139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A6C23148-55A8-9463-AB94-8ED139A9A8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5949" y="925870"/>
            <a:ext cx="10869514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Our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team consists of 9 members, guided by our Reporting Manager,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Mr. Ashish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Meridatta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Currently, we are in the training phase on the company’s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ATS (Applicant Tracking System) </a:t>
            </a:r>
            <a:endParaRPr kumimoji="0" lang="en-US" altLang="en-US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product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We are learning how each technology supports the recruitment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Technology Understanding: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AI &amp; ML: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Helps in resume screening and candidate ranking.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NLP: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Enables chatbot communication and candidate interaction.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ATS</a:t>
            </a:r>
            <a:r>
              <a:rPr kumimoji="0" lang="en-US" altLang="en-US" sz="2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Workflow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Helps track candidates across hiring stages.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Databases: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Store and manage candidate and job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APIs: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Integrate job portals and communication tools.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Dashboards &amp; Analytics: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Provide recruitment performance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This training helps us understand how technology solves real recruitment challenges.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After training, we will be assigned to live projects for practical client exposure.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10696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6175780F-BEF6-91FC-E465-2EE962D9AB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3184" y="1143390"/>
            <a:ext cx="10439400" cy="3734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During the initial days of my internship at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TalentRecruit Software Private Limited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 adapting to a new work environment and getting comfortable with new teammates was slightly challenging. Understanding the various concepts, workflows, and features of the TalentRecruit product also took some time, as it is a comprehensive recruitment platform.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Another initial challenge was managing daily travel through heavy traffic, which was tiring in the beginning. However, with time, support from the team, and regular exposure, I have adjusted well to both the work culture and the product.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Overall, TalentRecruit is a good organization with a strong and growing product. I am now comfortable with the environment and looking forward to learning more and gaining valuable experience in the coming days.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06156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51B647B8-9C90-DF8E-070B-AF40CCA91E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6780" y="1195198"/>
            <a:ext cx="897874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To understand ATS system architecture and recruitment workflows.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To support AI-based resume parsing and candidate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shortlisting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processes.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To assist in database validation and candidate data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To ensure accurate workflow automation across hiring stages.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To support API-based integrations with job portals and communication tools.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To analyze recruitment dashboards and system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To help in identifying and resolving basic system-level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To improve overall system efficiency and data consistency.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16334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373760278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89420" y="2042160"/>
            <a:ext cx="12039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on the working domain and technology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6720" y="2072640"/>
            <a:ext cx="12496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Submission of report and final presentation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97100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1067512" cy="4351338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https://github.com/shamithavij/Talentrecruit_Intership_2026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5621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11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97546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7163</TotalTime>
  <Words>785</Words>
  <Application>Microsoft Office PowerPoint</Application>
  <PresentationFormat>Custom</PresentationFormat>
  <Paragraphs>98</Paragraphs>
  <Slides>12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Content</vt:lpstr>
      <vt:lpstr>About Company or Organization</vt:lpstr>
      <vt:lpstr>Our Clients</vt:lpstr>
      <vt:lpstr>Working domain or the technology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Samitha vijaykumar</cp:lastModifiedBy>
  <cp:revision>723</cp:revision>
  <dcterms:created xsi:type="dcterms:W3CDTF">2022-10-14T07:18:17Z</dcterms:created>
  <dcterms:modified xsi:type="dcterms:W3CDTF">2026-01-14T04:23:15Z</dcterms:modified>
</cp:coreProperties>
</file>